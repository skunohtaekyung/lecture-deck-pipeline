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로고 시안 3종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A안: 글자만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B안: 글자 + 하루를 뜻하는 원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C안: 손글씨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추천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B안 — 작은 화면에서도 읽힌다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색은 짙은 청록과 주황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4월 10일까지 한 가지를 고르면 4월 말에 최종 파일 전달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담당 정민서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