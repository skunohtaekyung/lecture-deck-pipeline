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봄 정리 기획전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기간: 4월 6일 ~ 4월 19일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오픈마켓과 자사몰 동시 진행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담당: 이도현(기획) · 정민서(배너)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대상 상품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리빙박스 60L 3p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옷걸이 논슬립 30p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서랍 칸막이 정리함 6p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틈새 이동식 수납장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수납 카테고리 매출 전월 대비 30% 증가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기획전 배너 2종 가운데 4월 1일까지 확정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