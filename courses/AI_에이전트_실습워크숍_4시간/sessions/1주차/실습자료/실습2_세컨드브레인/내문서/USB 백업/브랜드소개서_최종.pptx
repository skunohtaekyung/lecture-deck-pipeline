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하루상점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매일 쓰는 물건을 더 낫게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2022년 시작한 온라인 생활용품 쇼핑몰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우리가 파는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주방 · 욕실 · 수납 · 리빙 · 데스크 5개 카테고리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상품 20종, 직접 써 보고 고른 것만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숫자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누적 주문 6만 건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재구매율 31%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