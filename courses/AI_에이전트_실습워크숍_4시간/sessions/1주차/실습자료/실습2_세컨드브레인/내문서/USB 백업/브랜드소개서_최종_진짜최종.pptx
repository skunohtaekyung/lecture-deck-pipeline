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하루상점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매일 쓰는 물건을 더 낫게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2022년 시작한 온라인 생활용품 쇼핑몰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우리가 파는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주방 · 욕실 · 수납 · 리빙 · 데스크 5개 카테고리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상품 20종, 직접 써 보고 고른 것만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숫자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누적 주문 7만 건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재구매율 34%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</a:rPr>
              <a:t>새 로고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2026년 5월 적용 예정</a:t>
            </a:r>
          </a:p>
          <a:p>
            <a:pPr>
              <a:spcAft>
                <a:spcPts val="1000"/>
              </a:spcAft>
            </a:pPr>
            <a:r>
              <a:rPr sz="2000">
                <a:latin typeface="맑은 고딕"/>
              </a:rPr>
              <a:t>• 디자인 정민서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