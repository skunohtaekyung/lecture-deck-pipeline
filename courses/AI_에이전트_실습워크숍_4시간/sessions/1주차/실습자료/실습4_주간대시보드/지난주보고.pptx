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하루상점 주간 보고 — 11주차 (3/16 ~ 3/22)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보고: 박서준(운영 팀장)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매주 월요일 주간 회의용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구성: 요약 → 매출 → 상품 → 이슈 → 다음 주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1. 이번 주 요약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매출 3,080,700원 (전주 대비 +19.3%)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주문 99건 · 객단가 31,118원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특이 사항 없음. 봄 정리 수요로 수납 상품이 꾸준히 나감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2. 채널별 매출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512064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자사몰 비중이 가장 큼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오픈마켓은 쿠폰 행사 종료 후 소폭 감소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라이브방송은 이번 주 없음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6035040" y="1463040"/>
          <a:ext cx="5669280" cy="1645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89760"/>
                <a:gridCol w="1889760"/>
                <a:gridCol w="1889760"/>
              </a:tblGrid>
              <a:tr h="411480"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매출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주문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9주차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3,138,700원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104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10주차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2,582,600원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98</a:t>
                      </a:r>
                    </a:p>
                  </a:txBody>
                  <a:tcPr/>
                </a:tc>
              </a:tr>
              <a:tr h="411480"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11주차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3,080,700원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sz="1400">
                          <a:latin typeface="맑은 고딕"/>
                        </a:rPr>
                        <a:t>99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3. 잘 팔린 상품 3가지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1위 밀폐 유리 반찬통 4p — 344,800원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2위 규조토 발매트 — 305,400원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3위 샤워기 필터 헤드 — 294,300원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E4A5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201168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3000" b="1">
                <a:solidFill>
                  <a:srgbClr val="FFFFFF"/>
                </a:solidFill>
                <a:latin typeface="맑은 고딕"/>
              </a:rPr>
              <a:t>4. 이슈와 다음 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80" y="1371600"/>
            <a:ext cx="10972800" cy="4937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3/25(수) 라이브방송 준비: 상품 3종, 20% 할인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텀블러 재고 점검 필요</a:t>
            </a:r>
          </a:p>
          <a:p>
            <a:pPr>
              <a:spcAft>
                <a:spcPts val="1000"/>
              </a:spcAft>
            </a:pPr>
            <a:r>
              <a:rPr sz="2000">
                <a:latin typeface="맑은 고딕"/>
              </a:rPr>
              <a:t>• 4월 기획전 배너 시안 작업 시작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