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하루상점 주간 보고 — 11주차 (3/16 ~ 3/22)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보고: 박서준(운영 팀장)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매주 월요일 주간 회의용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구성: 요약 → 매출 → 상품 → 이슈 → 다음 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1. 이번 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매출 3,080,700원 (전주 대비 +19.3%)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주문 99건 · 객단가 31,118원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특이 사항 없음. 봄 정리 수요로 수납 상품이 꾸준히 나감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2. 채널별 매출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자사몰 비중이 가장 큼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오픈마켓은 쿠폰 행사 종료 후 소폭 감소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라이브방송은 이번 주 없음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46304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11480"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주문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9주차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3,138,700원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104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10주차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2,582,600원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98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11주차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3,080,700원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맑은 고딕"/>
                        </a:rP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3. 잘 팔린 상품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1위 밀폐 유리 반찬통 4p — 344,800원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2위 규조토 발매트 — 305,400원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3위 샤워기 필터 헤드 — 294,300원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4. 이슈와 다음 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3/25(수) 라이브방송 준비: 상품 3종, 20% 할인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텀블러 재고 점검 필요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4월 기획전 배너 시안 작업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